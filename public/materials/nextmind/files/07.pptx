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90" r:id="rId2"/>
    <p:sldId id="291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555"/>
    <a:srgbClr val="E00000"/>
    <a:srgbClr val="F0EA00"/>
    <a:srgbClr val="83C107"/>
    <a:srgbClr val="91D608"/>
    <a:srgbClr val="99E208"/>
    <a:srgbClr val="FFFF69"/>
    <a:srgbClr val="A0EC08"/>
    <a:srgbClr val="F40000"/>
    <a:srgbClr val="FAF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A5A60-3972-49A0-925A-3C8602E0A0D9}" v="16" dt="2025-05-30T10:43:19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80" autoAdjust="0"/>
    <p:restoredTop sz="95090" autoAdjust="0"/>
  </p:normalViewPr>
  <p:slideViewPr>
    <p:cSldViewPr snapToGrid="0">
      <p:cViewPr varScale="1">
        <p:scale>
          <a:sx n="96" d="100"/>
          <a:sy n="96" d="100"/>
        </p:scale>
        <p:origin x="7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thur" userId="0aa0c3aa-ab8c-4440-a297-b03366ef2264" providerId="ADAL" clId="{AF4A5A60-3972-49A0-925A-3C8602E0A0D9}"/>
    <pc:docChg chg="custSel addSld modSld">
      <pc:chgData name="Authur" userId="0aa0c3aa-ab8c-4440-a297-b03366ef2264" providerId="ADAL" clId="{AF4A5A60-3972-49A0-925A-3C8602E0A0D9}" dt="2025-05-30T10:43:19.537" v="40"/>
      <pc:docMkLst>
        <pc:docMk/>
      </pc:docMkLst>
      <pc:sldChg chg="addSp delSp modSp mod">
        <pc:chgData name="Authur" userId="0aa0c3aa-ab8c-4440-a297-b03366ef2264" providerId="ADAL" clId="{AF4A5A60-3972-49A0-925A-3C8602E0A0D9}" dt="2025-05-30T10:43:17.810" v="39" actId="21"/>
        <pc:sldMkLst>
          <pc:docMk/>
          <pc:sldMk cId="2731345400" sldId="290"/>
        </pc:sldMkLst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3" creationId="{90A2E819-E204-7F6A-C5D2-A13E76E4C2B9}"/>
          </ac:spMkLst>
        </pc:spChg>
        <pc:spChg chg="mod">
          <ac:chgData name="Authur" userId="0aa0c3aa-ab8c-4440-a297-b03366ef2264" providerId="ADAL" clId="{AF4A5A60-3972-49A0-925A-3C8602E0A0D9}" dt="2025-05-30T10:20:33.378" v="17" actId="207"/>
          <ac:spMkLst>
            <pc:docMk/>
            <pc:sldMk cId="2731345400" sldId="290"/>
            <ac:spMk id="4" creationId="{28A3EFCF-FC62-49F7-310B-CFC5D65164F3}"/>
          </ac:spMkLst>
        </pc:spChg>
        <pc:spChg chg="mod">
          <ac:chgData name="Authur" userId="0aa0c3aa-ab8c-4440-a297-b03366ef2264" providerId="ADAL" clId="{AF4A5A60-3972-49A0-925A-3C8602E0A0D9}" dt="2025-05-30T10:20:16.078" v="16" actId="207"/>
          <ac:spMkLst>
            <pc:docMk/>
            <pc:sldMk cId="2731345400" sldId="290"/>
            <ac:spMk id="5" creationId="{03F97470-A80E-52BB-848B-5F51627E8DFF}"/>
          </ac:spMkLst>
        </pc:spChg>
        <pc:spChg chg="mod">
          <ac:chgData name="Authur" userId="0aa0c3aa-ab8c-4440-a297-b03366ef2264" providerId="ADAL" clId="{AF4A5A60-3972-49A0-925A-3C8602E0A0D9}" dt="2025-05-30T10:19:49.753" v="15" actId="207"/>
          <ac:spMkLst>
            <pc:docMk/>
            <pc:sldMk cId="2731345400" sldId="290"/>
            <ac:spMk id="6" creationId="{F5723891-FE60-B4A4-BB24-B793A1E9B2EE}"/>
          </ac:spMkLst>
        </pc:spChg>
        <pc:spChg chg="mod">
          <ac:chgData name="Authur" userId="0aa0c3aa-ab8c-4440-a297-b03366ef2264" providerId="ADAL" clId="{AF4A5A60-3972-49A0-925A-3C8602E0A0D9}" dt="2025-05-30T10:19:18.618" v="12" actId="2085"/>
          <ac:spMkLst>
            <pc:docMk/>
            <pc:sldMk cId="2731345400" sldId="290"/>
            <ac:spMk id="7" creationId="{A8D0C5B5-A2A7-5502-0166-7FFEBAAFEBE8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8" creationId="{1D9A5D25-7006-1633-DAD7-EC9634DBCBB5}"/>
          </ac:spMkLst>
        </pc:spChg>
        <pc:spChg chg="mod">
          <ac:chgData name="Authur" userId="0aa0c3aa-ab8c-4440-a297-b03366ef2264" providerId="ADAL" clId="{AF4A5A60-3972-49A0-925A-3C8602E0A0D9}" dt="2025-05-30T10:21:40.304" v="27" actId="14100"/>
          <ac:spMkLst>
            <pc:docMk/>
            <pc:sldMk cId="2731345400" sldId="290"/>
            <ac:spMk id="9" creationId="{196CD232-ACC0-D8D3-2BC7-3637B620E5D2}"/>
          </ac:spMkLst>
        </pc:spChg>
        <pc:spChg chg="mod">
          <ac:chgData name="Authur" userId="0aa0c3aa-ab8c-4440-a297-b03366ef2264" providerId="ADAL" clId="{AF4A5A60-3972-49A0-925A-3C8602E0A0D9}" dt="2025-05-30T10:20:48.101" v="18" actId="207"/>
          <ac:spMkLst>
            <pc:docMk/>
            <pc:sldMk cId="2731345400" sldId="290"/>
            <ac:spMk id="10" creationId="{5B4824C2-BE0B-1C2A-A113-8047532575BA}"/>
          </ac:spMkLst>
        </pc:spChg>
        <pc:spChg chg="mod">
          <ac:chgData name="Authur" userId="0aa0c3aa-ab8c-4440-a297-b03366ef2264" providerId="ADAL" clId="{AF4A5A60-3972-49A0-925A-3C8602E0A0D9}" dt="2025-05-30T10:19:18.618" v="12" actId="2085"/>
          <ac:spMkLst>
            <pc:docMk/>
            <pc:sldMk cId="2731345400" sldId="290"/>
            <ac:spMk id="11" creationId="{04D34ECA-9A09-D4DF-6EE6-8E36D6C11DA0}"/>
          </ac:spMkLst>
        </pc:spChg>
        <pc:spChg chg="mod">
          <ac:chgData name="Authur" userId="0aa0c3aa-ab8c-4440-a297-b03366ef2264" providerId="ADAL" clId="{AF4A5A60-3972-49A0-925A-3C8602E0A0D9}" dt="2025-05-30T10:19:18.618" v="12" actId="2085"/>
          <ac:spMkLst>
            <pc:docMk/>
            <pc:sldMk cId="2731345400" sldId="290"/>
            <ac:spMk id="12" creationId="{4DE3DAA1-CE8B-7CC3-BEC1-CAFF85C9802D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13" creationId="{59342DDC-45C0-A04A-A976-41190EBD56EE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14" creationId="{350EFF57-5EB9-B793-9394-EBF02AE6CD48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25" creationId="{3F75D7D7-CAA6-62D8-EF01-391FC8AF4445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27" creationId="{7F2B7AC8-A59E-650F-CBA0-F9FA3088BD0A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28" creationId="{A512B7EE-D54C-B9E4-2D2F-8ED0630CA674}"/>
          </ac:spMkLst>
        </pc:spChg>
        <pc:spChg chg="mod">
          <ac:chgData name="Authur" userId="0aa0c3aa-ab8c-4440-a297-b03366ef2264" providerId="ADAL" clId="{AF4A5A60-3972-49A0-925A-3C8602E0A0D9}" dt="2025-05-30T10:13:46.025" v="0"/>
          <ac:spMkLst>
            <pc:docMk/>
            <pc:sldMk cId="2731345400" sldId="290"/>
            <ac:spMk id="29" creationId="{40B6D6A2-AFDB-83DB-F39E-975E2BE69316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2" creationId="{0B615C35-E5A7-30D7-B50F-39B5A8F3FEAE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3" creationId="{7C6FA9B9-341F-D42F-9349-4F9C1A8EE49F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4" creationId="{6D91D415-DB03-C74F-BCFA-247B2753A74F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5" creationId="{7777CBC3-4DFC-58BA-769A-282CFE97D7B6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6" creationId="{C239521C-F186-CBCD-3DC4-F8027553DDB0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7" creationId="{D0D32203-5C67-51E5-36A1-A04547C94B0C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8" creationId="{1FF19992-A813-9E3D-DCF3-306DA84712BB}"/>
          </ac:spMkLst>
        </pc:spChg>
        <pc:spChg chg="mod">
          <ac:chgData name="Authur" userId="0aa0c3aa-ab8c-4440-a297-b03366ef2264" providerId="ADAL" clId="{AF4A5A60-3972-49A0-925A-3C8602E0A0D9}" dt="2025-05-30T10:14:47.368" v="6"/>
          <ac:spMkLst>
            <pc:docMk/>
            <pc:sldMk cId="2731345400" sldId="290"/>
            <ac:spMk id="39" creationId="{1AE5257E-1DBA-4D9B-6646-71B3A50B3919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2" creationId="{EC24903C-FC64-AE06-F39C-E20659EFE339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3" creationId="{19DA160C-164F-F9DC-C6CF-8B3A54D6AA20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4" creationId="{023DF2D6-989A-FF29-6C21-129C9502E57F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5" creationId="{C2ABD6A5-E671-DFA5-8613-06A924FBCF7E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6" creationId="{2D163BE2-0132-12CA-A237-9B4538FB051B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7" creationId="{3F368F60-FAAB-8669-134A-EF8D8DBF595A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8" creationId="{49B1E157-407C-5DB6-437D-46FE0BC71699}"/>
          </ac:spMkLst>
        </pc:spChg>
        <pc:spChg chg="mod">
          <ac:chgData name="Authur" userId="0aa0c3aa-ab8c-4440-a297-b03366ef2264" providerId="ADAL" clId="{AF4A5A60-3972-49A0-925A-3C8602E0A0D9}" dt="2025-05-30T10:20:52.635" v="19"/>
          <ac:spMkLst>
            <pc:docMk/>
            <pc:sldMk cId="2731345400" sldId="290"/>
            <ac:spMk id="49" creationId="{63FF4DC1-C4AB-B329-476F-C4BB7FD3FD23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2" creationId="{4C1AA000-7A6B-5055-558B-149CE41139D8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3" creationId="{A11B4874-09DC-0DCE-6B3E-4D0DC7FC654D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4" creationId="{4EDC309E-9F5E-A7A8-0FC6-FB14EC39751D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5" creationId="{E227E667-A8A1-1F83-87DE-FB31A7312B4F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6" creationId="{4604934B-0500-CF72-C9B5-AA9D8DE40901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7" creationId="{59B60248-89D8-DA54-B9DD-9EE0B23AFF35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8" creationId="{B03E8DBB-50E4-4BC8-8774-1C6CEEDAB2EB}"/>
          </ac:spMkLst>
        </pc:spChg>
        <pc:spChg chg="mod">
          <ac:chgData name="Authur" userId="0aa0c3aa-ab8c-4440-a297-b03366ef2264" providerId="ADAL" clId="{AF4A5A60-3972-49A0-925A-3C8602E0A0D9}" dt="2025-05-30T10:22:08.875" v="28"/>
          <ac:spMkLst>
            <pc:docMk/>
            <pc:sldMk cId="2731345400" sldId="290"/>
            <ac:spMk id="59" creationId="{82ED0B66-EE77-B5AD-F5A7-4C606EC5EF83}"/>
          </ac:spMkLst>
        </pc:spChg>
        <pc:grpChg chg="add mod">
          <ac:chgData name="Authur" userId="0aa0c3aa-ab8c-4440-a297-b03366ef2264" providerId="ADAL" clId="{AF4A5A60-3972-49A0-925A-3C8602E0A0D9}" dt="2025-05-30T10:13:46.025" v="0"/>
          <ac:grpSpMkLst>
            <pc:docMk/>
            <pc:sldMk cId="2731345400" sldId="290"/>
            <ac:grpSpMk id="2" creationId="{B4CEA517-AB43-F974-7009-0418208349A1}"/>
          </ac:grpSpMkLst>
        </pc:grpChg>
        <pc:grpChg chg="add mod">
          <ac:chgData name="Authur" userId="0aa0c3aa-ab8c-4440-a297-b03366ef2264" providerId="ADAL" clId="{AF4A5A60-3972-49A0-925A-3C8602E0A0D9}" dt="2025-05-30T10:14:47.368" v="6"/>
          <ac:grpSpMkLst>
            <pc:docMk/>
            <pc:sldMk cId="2731345400" sldId="290"/>
            <ac:grpSpMk id="31" creationId="{870C41E2-DDF9-5828-2FB0-81444A743F43}"/>
          </ac:grpSpMkLst>
        </pc:grpChg>
        <pc:grpChg chg="add mod">
          <ac:chgData name="Authur" userId="0aa0c3aa-ab8c-4440-a297-b03366ef2264" providerId="ADAL" clId="{AF4A5A60-3972-49A0-925A-3C8602E0A0D9}" dt="2025-05-30T10:20:52.635" v="19"/>
          <ac:grpSpMkLst>
            <pc:docMk/>
            <pc:sldMk cId="2731345400" sldId="290"/>
            <ac:grpSpMk id="41" creationId="{C1F64F6B-3533-2227-5E76-724C040AD2BC}"/>
          </ac:grpSpMkLst>
        </pc:grpChg>
        <pc:grpChg chg="add mod">
          <ac:chgData name="Authur" userId="0aa0c3aa-ab8c-4440-a297-b03366ef2264" providerId="ADAL" clId="{AF4A5A60-3972-49A0-925A-3C8602E0A0D9}" dt="2025-05-30T10:22:08.875" v="28"/>
          <ac:grpSpMkLst>
            <pc:docMk/>
            <pc:sldMk cId="2731345400" sldId="290"/>
            <ac:grpSpMk id="51" creationId="{33D444BD-0A2B-BB38-E60A-4330CF277CC3}"/>
          </ac:grpSpMkLst>
        </pc:grpChg>
        <pc:picChg chg="add del mod">
          <ac:chgData name="Authur" userId="0aa0c3aa-ab8c-4440-a297-b03366ef2264" providerId="ADAL" clId="{AF4A5A60-3972-49A0-925A-3C8602E0A0D9}" dt="2025-05-30T10:14:55.048" v="9" actId="478"/>
          <ac:picMkLst>
            <pc:docMk/>
            <pc:sldMk cId="2731345400" sldId="290"/>
            <ac:picMk id="30" creationId="{33EDB7B5-B008-AC01-1BD2-E0048CDAB7B0}"/>
          </ac:picMkLst>
        </pc:picChg>
        <pc:picChg chg="add del mod">
          <ac:chgData name="Authur" userId="0aa0c3aa-ab8c-4440-a297-b03366ef2264" providerId="ADAL" clId="{AF4A5A60-3972-49A0-925A-3C8602E0A0D9}" dt="2025-05-30T10:43:17.810" v="39" actId="21"/>
          <ac:picMkLst>
            <pc:docMk/>
            <pc:sldMk cId="2731345400" sldId="290"/>
            <ac:picMk id="40" creationId="{B2ECFE98-D8F7-BC49-FBF4-FAC338948312}"/>
          </ac:picMkLst>
        </pc:picChg>
        <pc:picChg chg="add del mod">
          <ac:chgData name="Authur" userId="0aa0c3aa-ab8c-4440-a297-b03366ef2264" providerId="ADAL" clId="{AF4A5A60-3972-49A0-925A-3C8602E0A0D9}" dt="2025-05-30T10:22:13.585" v="30" actId="478"/>
          <ac:picMkLst>
            <pc:docMk/>
            <pc:sldMk cId="2731345400" sldId="290"/>
            <ac:picMk id="50" creationId="{B536D8DE-F293-6042-1DC1-E53AF4383408}"/>
          </ac:picMkLst>
        </pc:picChg>
        <pc:picChg chg="add del mod modCrop">
          <ac:chgData name="Authur" userId="0aa0c3aa-ab8c-4440-a297-b03366ef2264" providerId="ADAL" clId="{AF4A5A60-3972-49A0-925A-3C8602E0A0D9}" dt="2025-05-30T10:43:17.810" v="39" actId="21"/>
          <ac:picMkLst>
            <pc:docMk/>
            <pc:sldMk cId="2731345400" sldId="290"/>
            <ac:picMk id="60" creationId="{DB1E4628-8909-2C8C-42EF-16C251F6F7E4}"/>
          </ac:picMkLst>
        </pc:picChg>
      </pc:sldChg>
      <pc:sldChg chg="addSp delSp modSp new mod modClrScheme chgLayout">
        <pc:chgData name="Authur" userId="0aa0c3aa-ab8c-4440-a297-b03366ef2264" providerId="ADAL" clId="{AF4A5A60-3972-49A0-925A-3C8602E0A0D9}" dt="2025-05-30T10:43:19.537" v="40"/>
        <pc:sldMkLst>
          <pc:docMk/>
          <pc:sldMk cId="3087485055" sldId="291"/>
        </pc:sldMkLst>
        <pc:spChg chg="del">
          <ac:chgData name="Authur" userId="0aa0c3aa-ab8c-4440-a297-b03366ef2264" providerId="ADAL" clId="{AF4A5A60-3972-49A0-925A-3C8602E0A0D9}" dt="2025-05-30T10:43:13.751" v="38" actId="700"/>
          <ac:spMkLst>
            <pc:docMk/>
            <pc:sldMk cId="3087485055" sldId="291"/>
            <ac:spMk id="2" creationId="{1359BBF2-2D19-4066-7211-FC31440D0B39}"/>
          </ac:spMkLst>
        </pc:spChg>
        <pc:spChg chg="del">
          <ac:chgData name="Authur" userId="0aa0c3aa-ab8c-4440-a297-b03366ef2264" providerId="ADAL" clId="{AF4A5A60-3972-49A0-925A-3C8602E0A0D9}" dt="2025-05-30T10:43:13.751" v="38" actId="700"/>
          <ac:spMkLst>
            <pc:docMk/>
            <pc:sldMk cId="3087485055" sldId="291"/>
            <ac:spMk id="3" creationId="{3E411DE5-2D08-FF9D-E0E7-F54D216B2B8C}"/>
          </ac:spMkLst>
        </pc:spChg>
        <pc:picChg chg="add mod">
          <ac:chgData name="Authur" userId="0aa0c3aa-ab8c-4440-a297-b03366ef2264" providerId="ADAL" clId="{AF4A5A60-3972-49A0-925A-3C8602E0A0D9}" dt="2025-05-30T10:43:19.537" v="40"/>
          <ac:picMkLst>
            <pc:docMk/>
            <pc:sldMk cId="3087485055" sldId="291"/>
            <ac:picMk id="40" creationId="{B2ECFE98-D8F7-BC49-FBF4-FAC338948312}"/>
          </ac:picMkLst>
        </pc:picChg>
        <pc:picChg chg="add mod">
          <ac:chgData name="Authur" userId="0aa0c3aa-ab8c-4440-a297-b03366ef2264" providerId="ADAL" clId="{AF4A5A60-3972-49A0-925A-3C8602E0A0D9}" dt="2025-05-30T10:43:19.537" v="40"/>
          <ac:picMkLst>
            <pc:docMk/>
            <pc:sldMk cId="3087485055" sldId="291"/>
            <ac:picMk id="60" creationId="{DB1E4628-8909-2C8C-42EF-16C251F6F7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2097C-08F2-424D-BCD7-7A72C654DC4B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59030-14BC-4065-830C-ADA2EFA888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966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59030-14BC-4065-830C-ADA2EFA888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4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08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96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75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24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61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9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56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59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17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7295F-A0EF-4EDF-8BF0-A100172D3B36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79950-C28C-46D8-B587-296C49C13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14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B891D5BB-B1FE-3F53-AD4E-411F6E0CA20B}"/>
              </a:ext>
            </a:extLst>
          </p:cNvPr>
          <p:cNvGrpSpPr/>
          <p:nvPr/>
        </p:nvGrpSpPr>
        <p:grpSpPr>
          <a:xfrm rot="16200000">
            <a:off x="5401159" y="1783267"/>
            <a:ext cx="6480000" cy="6480000"/>
            <a:chOff x="1302123" y="-518489"/>
            <a:chExt cx="6480000" cy="6480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8A3EFCF-FC62-49F7-310B-CFC5D65164F3}"/>
                </a:ext>
              </a:extLst>
            </p:cNvPr>
            <p:cNvSpPr/>
            <p:nvPr/>
          </p:nvSpPr>
          <p:spPr>
            <a:xfrm rot="5400000">
              <a:off x="4542123" y="561511"/>
              <a:ext cx="1080000" cy="10800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3F97470-A80E-52BB-848B-5F51627E8DFF}"/>
                </a:ext>
              </a:extLst>
            </p:cNvPr>
            <p:cNvSpPr/>
            <p:nvPr/>
          </p:nvSpPr>
          <p:spPr>
            <a:xfrm rot="5400000">
              <a:off x="4542123" y="1641511"/>
              <a:ext cx="1080000" cy="1080000"/>
            </a:xfrm>
            <a:prstGeom prst="rect">
              <a:avLst/>
            </a:prstGeom>
            <a:solidFill>
              <a:srgbClr val="F0E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5723891-FE60-B4A4-BB24-B793A1E9B2EE}"/>
                </a:ext>
              </a:extLst>
            </p:cNvPr>
            <p:cNvSpPr/>
            <p:nvPr/>
          </p:nvSpPr>
          <p:spPr>
            <a:xfrm rot="5400000">
              <a:off x="5622123" y="561511"/>
              <a:ext cx="2160000" cy="2160000"/>
            </a:xfrm>
            <a:prstGeom prst="rect">
              <a:avLst/>
            </a:prstGeom>
            <a:solidFill>
              <a:srgbClr val="83C10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8D0C5B5-A2A7-5502-0166-7FFEBAAFEBE8}"/>
                </a:ext>
              </a:extLst>
            </p:cNvPr>
            <p:cNvSpPr/>
            <p:nvPr/>
          </p:nvSpPr>
          <p:spPr>
            <a:xfrm rot="5400000">
              <a:off x="4542123" y="2721511"/>
              <a:ext cx="3240000" cy="3240000"/>
            </a:xfrm>
            <a:prstGeom prst="rect">
              <a:avLst/>
            </a:prstGeom>
            <a:solidFill>
              <a:srgbClr val="01B1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不完整圆 8">
              <a:extLst>
                <a:ext uri="{FF2B5EF4-FFF2-40B4-BE49-F238E27FC236}">
                  <a16:creationId xmlns:a16="http://schemas.microsoft.com/office/drawing/2014/main" id="{196CD232-ACC0-D8D3-2BC7-3637B620E5D2}"/>
                </a:ext>
              </a:extLst>
            </p:cNvPr>
            <p:cNvSpPr/>
            <p:nvPr/>
          </p:nvSpPr>
          <p:spPr>
            <a:xfrm rot="5400000">
              <a:off x="4542123" y="561511"/>
              <a:ext cx="2160000" cy="2160000"/>
            </a:xfrm>
            <a:prstGeom prst="pie">
              <a:avLst>
                <a:gd name="adj1" fmla="val 0"/>
                <a:gd name="adj2" fmla="val 5394167"/>
              </a:avLst>
            </a:prstGeom>
            <a:solidFill>
              <a:srgbClr val="FFFF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不完整圆 9">
              <a:extLst>
                <a:ext uri="{FF2B5EF4-FFF2-40B4-BE49-F238E27FC236}">
                  <a16:creationId xmlns:a16="http://schemas.microsoft.com/office/drawing/2014/main" id="{5B4824C2-BE0B-1C2A-A113-8047532575BA}"/>
                </a:ext>
              </a:extLst>
            </p:cNvPr>
            <p:cNvSpPr/>
            <p:nvPr/>
          </p:nvSpPr>
          <p:spPr>
            <a:xfrm rot="10800000">
              <a:off x="4542123" y="561511"/>
              <a:ext cx="2160000" cy="216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FF5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不完整圆 10">
              <a:extLst>
                <a:ext uri="{FF2B5EF4-FFF2-40B4-BE49-F238E27FC236}">
                  <a16:creationId xmlns:a16="http://schemas.microsoft.com/office/drawing/2014/main" id="{04D34ECA-9A09-D4DF-6EE6-8E36D6C11DA0}"/>
                </a:ext>
              </a:extLst>
            </p:cNvPr>
            <p:cNvSpPr/>
            <p:nvPr/>
          </p:nvSpPr>
          <p:spPr>
            <a:xfrm rot="16200000">
              <a:off x="3462123" y="561511"/>
              <a:ext cx="4320000" cy="432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BDF9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不完整圆 11">
              <a:extLst>
                <a:ext uri="{FF2B5EF4-FFF2-40B4-BE49-F238E27FC236}">
                  <a16:creationId xmlns:a16="http://schemas.microsoft.com/office/drawing/2014/main" id="{4DE3DAA1-CE8B-7CC3-BEC1-CAFF85C9802D}"/>
                </a:ext>
              </a:extLst>
            </p:cNvPr>
            <p:cNvSpPr/>
            <p:nvPr/>
          </p:nvSpPr>
          <p:spPr>
            <a:xfrm>
              <a:off x="1302123" y="-518489"/>
              <a:ext cx="6480000" cy="648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40CC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0099A62-8BA0-5EF5-0A69-2B59F0118582}"/>
              </a:ext>
            </a:extLst>
          </p:cNvPr>
          <p:cNvGrpSpPr/>
          <p:nvPr/>
        </p:nvGrpSpPr>
        <p:grpSpPr>
          <a:xfrm rot="5400000">
            <a:off x="216512" y="-1456733"/>
            <a:ext cx="6480000" cy="6480000"/>
            <a:chOff x="1302123" y="-518489"/>
            <a:chExt cx="6480000" cy="6480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A6DDB0D-D13B-6922-8015-00B6B3CBABC5}"/>
                </a:ext>
              </a:extLst>
            </p:cNvPr>
            <p:cNvSpPr/>
            <p:nvPr/>
          </p:nvSpPr>
          <p:spPr>
            <a:xfrm rot="5400000">
              <a:off x="4542123" y="561511"/>
              <a:ext cx="1080000" cy="1080000"/>
            </a:xfrm>
            <a:prstGeom prst="rect">
              <a:avLst/>
            </a:prstGeom>
            <a:solidFill>
              <a:srgbClr val="FE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0B29009-5809-9380-3681-1646588A7B2F}"/>
                </a:ext>
              </a:extLst>
            </p:cNvPr>
            <p:cNvSpPr/>
            <p:nvPr/>
          </p:nvSpPr>
          <p:spPr>
            <a:xfrm rot="5400000">
              <a:off x="4542123" y="1641511"/>
              <a:ext cx="1080000" cy="1080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B04A726-E799-6984-71D6-89EA0EC8BCCC}"/>
                </a:ext>
              </a:extLst>
            </p:cNvPr>
            <p:cNvSpPr/>
            <p:nvPr/>
          </p:nvSpPr>
          <p:spPr>
            <a:xfrm rot="5400000">
              <a:off x="5622123" y="561511"/>
              <a:ext cx="2160000" cy="2160000"/>
            </a:xfrm>
            <a:prstGeom prst="rect">
              <a:avLst/>
            </a:prstGeom>
            <a:solidFill>
              <a:srgbClr val="00AF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18CE396-9EA6-CC36-DCB0-FA64361EE247}"/>
                </a:ext>
              </a:extLst>
            </p:cNvPr>
            <p:cNvSpPr/>
            <p:nvPr/>
          </p:nvSpPr>
          <p:spPr>
            <a:xfrm rot="5400000">
              <a:off x="4542123" y="2721511"/>
              <a:ext cx="3240000" cy="3240000"/>
            </a:xfrm>
            <a:prstGeom prst="rect">
              <a:avLst/>
            </a:prstGeom>
            <a:solidFill>
              <a:srgbClr val="01B0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不完整圆 20">
              <a:extLst>
                <a:ext uri="{FF2B5EF4-FFF2-40B4-BE49-F238E27FC236}">
                  <a16:creationId xmlns:a16="http://schemas.microsoft.com/office/drawing/2014/main" id="{6D5CBF4D-02A1-29FF-D1F2-105F81D8A22B}"/>
                </a:ext>
              </a:extLst>
            </p:cNvPr>
            <p:cNvSpPr/>
            <p:nvPr/>
          </p:nvSpPr>
          <p:spPr>
            <a:xfrm rot="5400000">
              <a:off x="4542123" y="561511"/>
              <a:ext cx="2160000" cy="216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不完整圆 21">
              <a:extLst>
                <a:ext uri="{FF2B5EF4-FFF2-40B4-BE49-F238E27FC236}">
                  <a16:creationId xmlns:a16="http://schemas.microsoft.com/office/drawing/2014/main" id="{93CC41D6-A003-BB05-3B9E-58FD105E5A60}"/>
                </a:ext>
              </a:extLst>
            </p:cNvPr>
            <p:cNvSpPr/>
            <p:nvPr/>
          </p:nvSpPr>
          <p:spPr>
            <a:xfrm rot="10800000">
              <a:off x="4542123" y="561511"/>
              <a:ext cx="2160000" cy="216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FE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不完整圆 22">
              <a:extLst>
                <a:ext uri="{FF2B5EF4-FFF2-40B4-BE49-F238E27FC236}">
                  <a16:creationId xmlns:a16="http://schemas.microsoft.com/office/drawing/2014/main" id="{81F2DE4E-6108-3683-ABFB-333F50E03DB5}"/>
                </a:ext>
              </a:extLst>
            </p:cNvPr>
            <p:cNvSpPr/>
            <p:nvPr/>
          </p:nvSpPr>
          <p:spPr>
            <a:xfrm rot="16200000">
              <a:off x="3462123" y="561511"/>
              <a:ext cx="4320000" cy="432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00AF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不完整圆 23">
              <a:extLst>
                <a:ext uri="{FF2B5EF4-FFF2-40B4-BE49-F238E27FC236}">
                  <a16:creationId xmlns:a16="http://schemas.microsoft.com/office/drawing/2014/main" id="{3F7B6E27-2699-AE0F-7E1F-53EC61665480}"/>
                </a:ext>
              </a:extLst>
            </p:cNvPr>
            <p:cNvSpPr/>
            <p:nvPr/>
          </p:nvSpPr>
          <p:spPr>
            <a:xfrm>
              <a:off x="1302123" y="-518489"/>
              <a:ext cx="6480000" cy="6480000"/>
            </a:xfrm>
            <a:prstGeom prst="pie">
              <a:avLst>
                <a:gd name="adj1" fmla="val 0"/>
                <a:gd name="adj2" fmla="val 5420422"/>
              </a:avLst>
            </a:prstGeom>
            <a:solidFill>
              <a:srgbClr val="01B0F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26" name="图片 25" descr="形状&#10;&#10;AI 生成的内容可能不正确。">
            <a:extLst>
              <a:ext uri="{FF2B5EF4-FFF2-40B4-BE49-F238E27FC236}">
                <a16:creationId xmlns:a16="http://schemas.microsoft.com/office/drawing/2014/main" id="{1E85AF18-C39E-4894-1DCD-DA241CD82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244" y="135814"/>
            <a:ext cx="891442" cy="161924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F3BCD1-15FB-1FBC-1BF4-91AF77026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914" y="271629"/>
            <a:ext cx="1431843" cy="134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34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>
            <a:extLst>
              <a:ext uri="{FF2B5EF4-FFF2-40B4-BE49-F238E27FC236}">
                <a16:creationId xmlns:a16="http://schemas.microsoft.com/office/drawing/2014/main" id="{B2ECFE98-D8F7-BC49-FBF4-FAC338948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85" y="2829430"/>
            <a:ext cx="5413717" cy="3273836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DB1E4628-8909-2C8C-42EF-16C251F6F7E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64"/>
          <a:stretch/>
        </p:blipFill>
        <p:spPr>
          <a:xfrm>
            <a:off x="6573964" y="2863265"/>
            <a:ext cx="5401524" cy="32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85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PILOTID" val="674f9e15-bfbc-4e5f-84f5-4691f06c33f1"/>
  <p:tag name="AGENTUSERID" val="c0487c7f88984f11bda81a8cb6ec02c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B080F3-6F50-440E-9941-2F7E253B10C7}">
  <we:reference id="a0ded0f9-fffc-4550-bfd1-37f99e8e8119" version="1.0.0.5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1</Words>
  <Application>Microsoft Office PowerPoint</Application>
  <PresentationFormat>宽屏</PresentationFormat>
  <Paragraphs>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等线</vt:lpstr>
      <vt:lpstr>Arial</vt:lpstr>
      <vt:lpstr>1_Office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Authur Song 宋继雄</dc:creator>
  <cp:lastModifiedBy>Authur</cp:lastModifiedBy>
  <cp:revision>43</cp:revision>
  <dcterms:created xsi:type="dcterms:W3CDTF">2024-11-20T01:59:35Z</dcterms:created>
  <dcterms:modified xsi:type="dcterms:W3CDTF">2025-05-30T10:43:23Z</dcterms:modified>
</cp:coreProperties>
</file>